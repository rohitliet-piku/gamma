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8869680" cy="7315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"/>
            <a:ext cx="1920240" cy="457200"/>
          </a:xfrm>
          <a:prstGeom prst="rect">
            <a:avLst>
              <a:gd name="adj" fmla="val 10000"/>
            </a:avLst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ERICSSON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ROHIT GOYAL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C8E6FA"/>
                </a:solidFill>
              </a:rPr>
              <a:t>EEA Solution Architect  |  Infrastructure Technical Lead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200400" cy="4572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201168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2F0"/>
                </a:solidFill>
              </a:rPr>
              <a:t>18+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Years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331720"/>
            <a:ext cx="201168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2F0"/>
                </a:solidFill>
              </a:rPr>
              <a:t>7+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Years EEA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Cloud Native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331720"/>
            <a:ext cx="201168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2F0"/>
                </a:solidFill>
              </a:rPr>
              <a:t>11+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Global 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Delivered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61829"/>
          </a:solidFill>
          <a:ln w="12700">
            <a:solidFill>
              <a:srgbClr val="0618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FA"/>
                </a:solidFill>
              </a:rPr>
              <a:t>📧  rohit.liet@gmail.com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|   </a:t>
            </a:r>
            <a:pPr algn="ctr" indent="0" marL="0">
              <a:buNone/>
            </a:pPr>
            <a:r>
              <a:rPr lang="en-US" sz="1100" dirty="0">
                <a:solidFill>
                  <a:srgbClr val="C8E6FA"/>
                </a:solidFill>
              </a:rPr>
              <a:t>📱  +91 8860818981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|   </a:t>
            </a:r>
            <a:pPr algn="ctr" indent="0" marL="0">
              <a:buNone/>
            </a:pPr>
            <a:r>
              <a:rPr lang="en-US" sz="1100" dirty="0">
                <a:solidFill>
                  <a:srgbClr val="C8E6FA"/>
                </a:solidFill>
              </a:rPr>
              <a:t>🎓  B.Tech (ECE) – Rajasthan University, 2007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91440"/>
            <a:ext cx="45720" cy="384048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20440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Kubernetes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48840" y="3520440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Cloud Native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813048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13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EEA 4.x / 18.x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48840" y="3813048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3813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Docker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105656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05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ECCD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48840" y="4105656"/>
            <a:ext cx="1554480" cy="228600"/>
          </a:xfrm>
          <a:prstGeom prst="rect">
            <a:avLst>
              <a:gd name="adj" fmla="val 20000"/>
            </a:avLst>
          </a:prstGeom>
          <a:solidFill>
            <a:srgbClr val="0D3052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4105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AA6"/>
                </a:solidFill>
              </a:rPr>
              <a:t>5G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PROFESSIONAL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E6FA"/>
                </a:solidFill>
              </a:rPr>
              <a:t>Rohit Goyal  |  EEA Solution Architect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91440" cy="347472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240"/>
                </a:solidFill>
              </a:rPr>
              <a:t>At a Glance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3748"/>
                </a:solidFill>
              </a:rPr>
              <a:t>18+ years of IT-Telecom experience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specializing in Big Data Analytics, Network Insights (EEA), VAS solutions, and cloud-native delivery.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
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3748"/>
                </a:solidFill>
              </a:rPr>
              <a:t>EEA Cloud Native Expert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for 7+ years with Ericsson globally — architecting and deploying EEA 4.x/18.x in Kubernetes-based ECCD environments.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
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3748"/>
                </a:solidFill>
              </a:rPr>
              <a:t>Global Delivery Track Record: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BT-EE UK, TDC Denmark, T-Mobile USA, Etisalat UAE, Phelephone Israel, Cosmote Greece, Xplore Canada, Vietnam Mobile, Telenet Belgium, Algeria Telecom.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
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3748"/>
                </a:solidFill>
              </a:rPr>
              <a:t>Certified professional: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CKA, CKAD, AZ-900, ETCP-272 (EEA Associate), BCSS Cloud &amp; Security.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82F0"/>
                </a:solidFill>
              </a:rPr>
              <a:t>KEY STRENGTHS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353312"/>
            <a:ext cx="32918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353312"/>
            <a:ext cx="73152" cy="5760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38988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</a:rPr>
              <a:t>EEA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EEA 4.x/18.x end-to-end — from design to GA readiness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002536"/>
            <a:ext cx="32918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2002536"/>
            <a:ext cx="73152" cy="5760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0391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</a:rPr>
              <a:t>Cloud Native / K8S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276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Kubernetes, Helm, Docker, ECCD, microservices, CI/CD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651760"/>
            <a:ext cx="32918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2651760"/>
            <a:ext cx="73152" cy="5760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6883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</a:rPr>
              <a:t>5G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4G/5G/IMS/NWDAF dataflows, Session Analyzer, OTT KPIs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300984"/>
            <a:ext cx="32918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3300984"/>
            <a:ext cx="73152" cy="5760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3375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</a:rPr>
              <a:t>Integration Lead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3575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Integration, regression, UAT &amp; load testing end-to-end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3950208"/>
            <a:ext cx="32918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950208"/>
            <a:ext cx="73152" cy="5760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9867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</a:rPr>
              <a:t>Customer Delivery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42245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Cross-functional leadership; onsite &amp; remote for top telcos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Ericsson Internal Profile  |  Rohit Goyal  |  EEA Solution Architect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EEA PROJECT DELIVERY  —  GLOBAL CUSTOMERS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73152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BT-EE UK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2F0"/>
                </a:solidFill>
              </a:rPr>
              <a:t>1.5 Years (Jul 2023 – Oct 2024)  |  EEA 4.8 + Tanzu Hybrid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Led EEA 4.8 and Tanzu cloud hybrid &amp; full phase-0 deployments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Managed phase-0 targets with zero downtime across 3M+ subscribers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RAID, interface traffic, functional &amp; regression testing, upgrades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7315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515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TDC Denmark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07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AA6"/>
                </a:solidFill>
              </a:rPr>
              <a:t>3.5 Years  |  EEA 18.x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73168" y="15361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EEA integration, deployment, and regression testing end-to-end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Comprehensive upgrades: v18.3 → 18.10.1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Hybrid CNIS deployment tests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4160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231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T-Mobile USA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679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2 Years  |  EEA 17.x → 18.x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9077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Managed upgrades across 2000+ servers, including HP ILO firmware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RAID, interface monitoring, functional testing, UAT, SIT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Grafana chart customization via Cronjobs with Zabbix data sources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31720"/>
            <a:ext cx="4160520" cy="73152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4231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Phelephone Israel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2679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A366"/>
                </a:solidFill>
              </a:rPr>
              <a:t>Nov 2024 – Feb 2025  |  EEA 4.10 (Prod)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9077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Install and manage EEA 4.10 production cluster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Product customization, deployment, integration testing (remote + onsite)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Multi-vendor product setup for real-time insights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41605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7947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Etisalat UAE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40507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6 Months  |  EEA 18.10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42793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Fresh EEA 18.10 installation for leading operator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Platform deployment, interface monitoring, RAID configuration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Daily SCRUM participation for continuous integration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41605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7947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40"/>
                </a:solidFill>
              </a:rPr>
              <a:t>Vietnam / Belgium / Hungary DVA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40507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2 Years  |  EEA 18.x + DVA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427939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Dell IDRAC system layer deployments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EEA OS upgrades and DVA 18.10 integration</a:t>
            </a:r>
            <a:endParaRPr lang="en-US" sz="850" dirty="0"/>
          </a:p>
          <a:p>
            <a:pPr algn="l"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Traffic management and functional testing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Ericsson Internal Profile  |  Rohit Goyal  |  EEA Solution Architect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TECHNICAL SKILLS &amp; EXPERTISE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Native &amp; Containerization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898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Kubernetes (K8S)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3898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Helm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99232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3898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Docker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18470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ECCD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18470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Microservices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99232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18470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AWS K8S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3042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Azure DevOps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91640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91640" y="23042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CI/CD Pipelines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99232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9232" y="2304288"/>
            <a:ext cx="54864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Ansible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EEA Platform (18.x &amp; 4.x)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13898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EEA 4.10/4.9/4.8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72200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13898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EEA 18.x All Modules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79792" y="13898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79792" y="13898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1389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HDFS / HBase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64608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64608" y="18470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Kafka Streaming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72200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18470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Correlator &amp; Probes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79792" y="18470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79792" y="18470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71232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VP Module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64608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64608" y="23042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ARK CORR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72200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72200" y="23042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AESR / BESR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79792" y="230428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79792" y="2304288"/>
            <a:ext cx="54864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71232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MXE Cloud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&amp; Analytics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84048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4048" y="33558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Tibco Spotfire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691640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691640" y="33558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83080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Grafana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999232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99232" y="33558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90672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Prometheus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84048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4048" y="38130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Zabbix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691640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91640" y="38130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83080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Impala / Spark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999232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99232" y="38130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90672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Postgres / SQL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84048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84048" y="42702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Redis / MAPR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691640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91640" y="42702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83080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Kafka Topics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999232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99232" y="4270248"/>
            <a:ext cx="5486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90672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HDInsight / Hadoop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4754880" y="2926080"/>
            <a:ext cx="4160520" cy="347472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64608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Telecom &amp; Protocols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864608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64608" y="33558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56048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SIP / SS7 / MAP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172200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72200" y="33558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63640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Diameter (Gx/Gy/Sy/Rx)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479792" y="33558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79792" y="33558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571232" y="33558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GTP / OSI / Radius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864608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864608" y="38130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56048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5G RAN / Core / IMS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172200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172200" y="38130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63640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4G EPC / PCRF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479792" y="38130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79792" y="38130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71232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Wireshark Analysis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864608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864608" y="42702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956048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JBOSS / MAS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172200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72200" y="42702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63640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NMS Management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479792" y="4270248"/>
            <a:ext cx="123444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79792" y="4270248"/>
            <a:ext cx="54864" cy="320040"/>
          </a:xfrm>
          <a:prstGeom prst="rect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571232" y="4270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RAID / HP iLO / IDRAC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Ericsson Internal Profile  |  Rohit Goyal  |  EEA Solution Architect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ROLES, RESPONSIBILITIES &amp; KEY ACHIEVEMENTS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6576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CORE RESPONSIBILITIES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98678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Lead E2E architecture, deployment &amp; integration testing of EEA (4.x/18.x) in Kubernetes-based cloud-native environments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Architect and validate Session Analyzer, Experience Index, and OTT encrypted traffic (FB, Insta, TikTok) dataflows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Define HLD/LLD, network security model, data ingestion design across RAN, 5GC, EPC, IMS, probes &amp; NWDAF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Own commercial packaging, licensing (kUsers, kCells, TPS) and 3rd-party integration (Spotfire, Vertica, EXFO)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Drive CI/CD pipelines, GTOL-aligned testing strategy, UAT, regression and load testing for GA readiness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Plan and execute production configuration, migration, interface correction, and expansion activities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Troubleshoot EEA modules (VP, correlator, HDFS, HBase Loader, Kafka, Spark) and Infra/Capacity issues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Mentor DevOps teams on Kubernetes, microservices, data correlation and telecom analytics architecture</a:t>
            </a:r>
            <a:endParaRPr lang="en-US" sz="9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Manage JIRA stories, Confluence documentation, CPI updates and customer escalations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KEY ACHIEVEMENTS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444752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Zero Downtime Delivery: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Led BT-EE UK phase-0 deployment covering 3M+ subscribers with zero service disruption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1847088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91109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EEA 4.16 Architecture: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Directed full architecture for EEA 4.16 covering 4G, 5G, IMS, NWDAF in cloud-native Kubernetes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2313432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37744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Vertica Modernization: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Offloaded EEA-specific logic to DB Manager microservices, improving stability &amp; upgradeability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73168" y="2779776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843784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OTT Traffic Analytics: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Delivered encrypted traffic analytics (FB, Instagram, TikTok S-KPIs) using PCG probe &amp; EBM correlation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73168" y="3246120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31012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2000-Server Upgrade: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Managed T-Mobile USA 17.x → 18.x EEA upgrade across 2000+ servers including HP ILO firmware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3712464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776472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Multiple Certifications: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CKA, CKAD, AZ-900, ETCP-272 (EEA Associate), BCSS Cloud &amp; Security — continuously upskilling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73168" y="4178808"/>
            <a:ext cx="384048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424281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A2240"/>
                </a:solidFill>
              </a:rPr>
              <a:t>Customer Appreciation: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Multiple customer appreciation awards from CU teams for exceptional delivery and problem-solving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Ericsson Internal Profile  |  Rohit Goyal  |  EEA Solution Architect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CERTIFICATIONS  &amp;  CAREER JOURNEY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6576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1440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CERTIFICATIONS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274320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1380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ETCP-272 — EEA Associate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274320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470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18562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CKA — Kubernetes Administrator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0482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CNCF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322576"/>
            <a:ext cx="274320" cy="3200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CKAD — Kubernetes App Developer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5237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CNCF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98064"/>
            <a:ext cx="274320" cy="320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980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28072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AZ-900 — Azure Fundamentals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9992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Microsoft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273552"/>
            <a:ext cx="274320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735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3282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BCSS Cloud OKR 1.x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4747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749040"/>
            <a:ext cx="274320" cy="32004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749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3758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BCSS Security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39502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3657600" cy="512064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22452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B.Tech (ECE) — Rajasthan University, 2007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E6FA"/>
                </a:solidFill>
              </a:rPr>
              <a:t>66.67% | No backlog | Electronics &amp; Communication Engineering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97680" y="886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2F0"/>
                </a:solidFill>
              </a:rPr>
              <a:t>CAREER JOURNEY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1207008"/>
            <a:ext cx="54864" cy="36118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243584"/>
            <a:ext cx="274320" cy="274320"/>
          </a:xfrm>
          <a:prstGeom prst="ellipse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122529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82F0"/>
                </a:solidFill>
              </a:rPr>
              <a:t>2025–Present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0" y="120700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EEA Solution Architect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1453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 (SDU Global)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1764792"/>
            <a:ext cx="274320" cy="274320"/>
          </a:xfrm>
          <a:prstGeom prst="ellipse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174650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9AA6"/>
                </a:solidFill>
              </a:rPr>
              <a:t>2017–Present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172821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EEA Integration &amp; Infra Lead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19751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 (7+ Years, Multiple Customers)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286000"/>
            <a:ext cx="274320" cy="274320"/>
          </a:xfrm>
          <a:prstGeom prst="ellipse">
            <a:avLst/>
          </a:prstGeom>
          <a:solidFill>
            <a:srgbClr val="21A366"/>
          </a:solidFill>
          <a:ln w="12700">
            <a:solidFill>
              <a:srgbClr val="21A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22677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1A366"/>
                </a:solidFill>
              </a:rPr>
              <a:t>2018–2019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29200" y="224942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Nokia OCS / SurePay Engineer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249631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Nokia — 4G Charging, RHEL, VMware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80720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278892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2016–2017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29200" y="277063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Senior Technical Lead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30175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Tech Mahindra — BT Broadband (UK)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332841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33101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</a:rPr>
              <a:t>2011–2016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29200" y="329184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IMS / SIP / NMS Engineer (Onsite UK)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35387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Aricent — UK Vodafone / Reliance Jio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3849624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38313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7E22"/>
                </a:solidFill>
              </a:rPr>
              <a:t>2009–2011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029200" y="381304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VAS / OSS Engineer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29200" y="40599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Onmobile / Mahindra Comviva — Infosys/Vodafone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4370832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51960" y="43525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2008–2009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029200" y="433425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40"/>
                </a:solidFill>
              </a:rPr>
              <a:t>Junior NOC / VAS Engineer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0" y="45811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Ericsson GNOC Airtel VAS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Ericsson Internal Profile  |  Rohit Goyal  |  EEA Solution Architect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Rohit Goyal for Your Next EEA Project?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3977640" cy="1508760"/>
          </a:xfrm>
          <a:prstGeom prst="rect">
            <a:avLst/>
          </a:prstGeom>
          <a:solidFill>
            <a:srgbClr val="0D2E4A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2F0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Proven Architect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3566160" cy="27432"/>
          </a:xfrm>
          <a:prstGeom prst="rect">
            <a:avLst/>
          </a:prstGeom>
          <a:solidFill>
            <a:srgbClr val="1A4570"/>
          </a:solidFill>
          <a:ln w="12700">
            <a:solidFill>
              <a:srgbClr val="1A4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842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E6FA"/>
                </a:solidFill>
              </a:rPr>
              <a:t>End-to-end EEA 4.x/18.x design, deployment &amp; GA readiness across 11+ global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77640" cy="1508760"/>
          </a:xfrm>
          <a:prstGeom prst="rect">
            <a:avLst/>
          </a:prstGeom>
          <a:solidFill>
            <a:srgbClr val="0D2E4A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2F0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 Native Expert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874520"/>
            <a:ext cx="3566160" cy="27432"/>
          </a:xfrm>
          <a:prstGeom prst="rect">
            <a:avLst/>
          </a:prstGeom>
          <a:solidFill>
            <a:srgbClr val="1A4570"/>
          </a:solidFill>
          <a:ln w="12700">
            <a:solidFill>
              <a:srgbClr val="1A4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842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E6FA"/>
                </a:solidFill>
              </a:rPr>
              <a:t>Deep hands-on: Kubernetes, Helm, ECCD, Docker, Ansible, CI/CD — not just theory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3977640" cy="1508760"/>
          </a:xfrm>
          <a:prstGeom prst="rect">
            <a:avLst/>
          </a:prstGeom>
          <a:solidFill>
            <a:srgbClr val="0D2E4A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2F0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5G Analytics Leader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3566160" cy="27432"/>
          </a:xfrm>
          <a:prstGeom prst="rect">
            <a:avLst/>
          </a:prstGeom>
          <a:solidFill>
            <a:srgbClr val="1A4570"/>
          </a:solidFill>
          <a:ln w="12700">
            <a:solidFill>
              <a:srgbClr val="1A4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758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E6FA"/>
                </a:solidFill>
              </a:rPr>
              <a:t>NWDAF, OTT analytics, Session Analyzer, encrypted traffic KPIs for next-gen networks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3977640" cy="1508760"/>
          </a:xfrm>
          <a:prstGeom prst="rect">
            <a:avLst/>
          </a:prstGeom>
          <a:solidFill>
            <a:srgbClr val="0D2E4A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82F0"/>
                </a:solidFill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Customer-Centric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3566160"/>
            <a:ext cx="3566160" cy="27432"/>
          </a:xfrm>
          <a:prstGeom prst="rect">
            <a:avLst/>
          </a:prstGeom>
          <a:solidFill>
            <a:srgbClr val="1A4570"/>
          </a:solidFill>
          <a:ln w="12700">
            <a:solidFill>
              <a:srgbClr val="1A45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758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E6FA"/>
                </a:solidFill>
              </a:rPr>
              <a:t>Multiple appreciations from CU teams; zero-downtime delivery with proactive escalation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Available for Internal Movement  |  Ericsson SDU Global  |  rohit.liet@gmail.com  |  +91 8860818981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Rohit Goyal - EEA Solution Architect</dc:title>
  <dc:subject>PptxGenJS Presentation</dc:subject>
  <dc:creator>Rohit Goyal</dc:creator>
  <cp:lastModifiedBy>Rohit Goyal</cp:lastModifiedBy>
  <cp:revision>1</cp:revision>
  <dcterms:created xsi:type="dcterms:W3CDTF">2026-03-13T05:43:25Z</dcterms:created>
  <dcterms:modified xsi:type="dcterms:W3CDTF">2026-03-13T05:43:25Z</dcterms:modified>
</cp:coreProperties>
</file>